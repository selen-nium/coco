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F88E-5249-C892-DB3B-1176BA8F3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1EA8A-0670-14A4-6397-DEA76F9B5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46E42-9B22-CD4C-D927-ADEE6CC2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DDE0-5BD5-0AD1-AF53-E2402391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11D99-2CD6-867E-DF7C-7153E4D3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2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10D3-92DC-600B-9439-96ABE1D1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1109-5978-F48D-8811-EF72507F1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CAA66-EECE-49A1-0C24-D99350AE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A8E5B-45CD-DB99-D7A0-80301A79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8A8B2-677E-CB9A-A8B7-B040633D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9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E6E3-4F26-6D80-23C4-FAA92F11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A2B5D-E9EA-87FC-7849-FBB837F3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EAF2B-B658-D342-6E15-631CC397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ECD9-9CC4-757B-9B20-CC5BC06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E5419-0204-5817-3450-1C843524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97FF-9BBF-51BB-65FF-B953A5CB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5D0E-8D1F-2BCC-4866-0711D1C9A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728AD-3998-178C-25E4-BBA1B1DBD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35763-E3E7-3B6F-076C-DF3CE184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D2EF0-9F3E-F460-8275-6EA47B035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74266-1A74-7BE9-A725-DBB0F1B2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7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2951-3364-9B9E-0765-F84EF5C9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E9506-5664-4029-A516-3D309BBAB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10F68-8C73-23D0-368E-605149360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18EA9-5CDA-BC59-A001-B135161C3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9B9E7-4021-7627-5C6B-58953F19C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8F8CA-E9D8-826E-DB94-BD96D503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5D746-C9B9-500C-5EA7-8313A4F92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2221C-06AB-37D7-A4AB-B2207C01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4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E76A-A70B-E610-08D3-181640B7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85D22E-F6E5-AB63-32E1-0D383898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0464A-4600-FFF1-A48F-54A082F7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D24AD-F59F-1277-4E64-57BDCBFB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0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9F742-6A12-ADAA-F413-8A113C49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B2E8D-E3E3-6106-9690-5922BC17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AAA4-20AB-FE2C-FB10-97540F24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7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A3EE-FB2B-28E1-51BA-B800C065C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A51D3-86DF-B3B8-9268-A4DE01DA3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53ABC-0C7E-C90E-D6B9-E1912F6F8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0A94A-26F9-CB42-BB0E-67E1A711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1EC62-6CFC-EFD4-AEE2-299E1A9C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A3467-970B-9636-ECEB-00BA1B29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0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1AE8-F8DB-1596-057A-E41B1D4F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B6D767-BA9E-A15D-5FD4-CE7E1BE3F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B0425-4DDF-0F51-9A98-1E00F6352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30086-A65B-2F27-93C9-2666F323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285D1-43B4-7CEF-033D-A7D97414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47088-2740-4B4F-7DBE-E327E50B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9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C886-BC95-4E9B-1B4B-ABC2ACEE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E6BB8-C36B-B342-E0FB-37D610886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2D01-18A0-56BC-5907-3339CB9A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6EF40-002E-5546-B126-803990BD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434F-1DD8-5292-74B0-5C2147DB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9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6346D-7F1F-8786-61ED-BF3003570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86A97-6321-0A15-1DA4-476D3DE64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C5C2-8395-0F53-2350-5B54A18F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C7FDC-AAA1-D0D4-EA70-9E686653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9DFD-2EF3-B2EB-CC80-0795DA4A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5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92418-BAAF-F44C-2BC2-A6A36B7A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9C822-8B15-EE2A-6352-FBF383C8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FF80-F0E2-54D2-E30F-2DD096E04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6A644-2890-B742-BFF0-EE070E83A263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16420-8E98-4773-C021-EE1CFB8A4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898C3-9FE3-05B8-5FA0-F39392A6E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B6B7D-1907-6C4F-8B39-98BCE73E4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3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182E-891C-E983-12FE-6EF28AD77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8E799-754E-BC6E-A7D5-FF09DFE03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4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658F2-E83D-0D57-92B4-FE06B629A0C3}"/>
              </a:ext>
            </a:extLst>
          </p:cNvPr>
          <p:cNvSpPr txBox="1"/>
          <p:nvPr/>
        </p:nvSpPr>
        <p:spPr>
          <a:xfrm>
            <a:off x="0" y="16444"/>
            <a:ext cx="29666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User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E7AF1-9B5B-59BC-01D9-E509613AE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443" y="0"/>
            <a:ext cx="5179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7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586F-B029-C034-11B4-7FB6BCCD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3A6F8B-4F4D-2B6D-2DA1-F3461FF4CF38}"/>
              </a:ext>
            </a:extLst>
          </p:cNvPr>
          <p:cNvSpPr txBox="1"/>
          <p:nvPr/>
        </p:nvSpPr>
        <p:spPr>
          <a:xfrm>
            <a:off x="0" y="0"/>
            <a:ext cx="371902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Workflow Ingestion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A84A-8A7F-4BE9-CCA0-E617651F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515" y="275422"/>
            <a:ext cx="4069230" cy="658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65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5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#BALASUBRAMANIAN SRICHARAN#</dc:creator>
  <cp:lastModifiedBy>#BALASUBRAMANIAN SRICHARAN#</cp:lastModifiedBy>
  <cp:revision>1</cp:revision>
  <dcterms:created xsi:type="dcterms:W3CDTF">2026-04-26T17:54:46Z</dcterms:created>
  <dcterms:modified xsi:type="dcterms:W3CDTF">2026-04-27T06:03:51Z</dcterms:modified>
</cp:coreProperties>
</file>